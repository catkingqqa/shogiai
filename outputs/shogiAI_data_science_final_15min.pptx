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開場說明本專案把將棋局面轉成可學習資料，訓練 policy-only CNN，再與搜尋結合。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 supervised learning：資料是棋譜局面與下一手，模型學的是條件機率 P(move | position)。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這頁放最新規模，讓聽眾知道訓練不是玩具資料，而是百萬級樣本。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強調資料庫與數據科學的銜接：資料庫是來源，NPZ 是訓練格式。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補充 one-hot/plane 編碼是把類別特徵轉成空間特徵，方便卷積核掃描。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 softmax 前遮罩：非法手不參與機率分布，模型只在合法手中排序。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清楚說明以前 value head 的問題與拿掉原因：資料標籤、任務定義與訓練穩定性。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這頁是理論細節：卷積核共享參數、掃描棋盤；ReLU 是非線性激活。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把訓練講成標準分類問題，並說明 game-level split 的重要性。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提醒不要只看 Top-1，因為 policy network 主要是縮小搜尋分支。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 alpha 是目前已知下界，beta 是對手能接受的上界；排序越好，剪枝越有效。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說明目前沒有 value head，所以葉節點仍靠手工評估。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這頁是整個 AI 推論流程重點。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說明不是永遠不要 value，而是目前資料條件下 policy-only 更符合任務。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收尾時回到課堂要求的理論與應用：資料科學流程加上搜尋應用。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1645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1664208"/>
            <a:ext cx="585216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數據科學理論與應用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487168"/>
            <a:ext cx="6035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C7D2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Policy-only CNN、資料集設計與 Alpha-beta 搜尋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78040" y="1828800"/>
            <a:ext cx="1018032" cy="155448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1874520"/>
            <a:ext cx="926592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8177784" y="25328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0664" y="1828800"/>
            <a:ext cx="1018032" cy="155448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06384" y="1874520"/>
            <a:ext cx="926592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9360408" y="25328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43288" y="1828800"/>
            <a:ext cx="1018032" cy="1554480"/>
          </a:xfrm>
          <a:prstGeom prst="rect">
            <a:avLst/>
          </a:prstGeom>
          <a:solidFill>
            <a:srgbClr val="FFF1B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89008" y="1874520"/>
            <a:ext cx="926592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search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4008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C7D2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分鐘課堂報告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問題定義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把將棋決策轉成可監督學習問題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1569110" cy="36576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53896"/>
            <a:ext cx="142280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392070" y="1417320"/>
            <a:ext cx="5563210" cy="36576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5222" y="1453896"/>
            <a:ext cx="541690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本專案中的意義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156911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819656"/>
            <a:ext cx="142280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 X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392070" y="1783080"/>
            <a:ext cx="556321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5222" y="1819656"/>
            <a:ext cx="541690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9x9 棋盤、持駒、輪到誰、棋子種類與陣營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22960" y="2148840"/>
            <a:ext cx="1569110" cy="36576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185416"/>
            <a:ext cx="142280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y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2392070" y="2148840"/>
            <a:ext cx="5563210" cy="36576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5222" y="2185416"/>
            <a:ext cx="541690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職業棋譜或 CSA 棋譜中實際選擇的下一手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22960" y="2514600"/>
            <a:ext cx="156911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551176"/>
            <a:ext cx="142280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2392070" y="2514600"/>
            <a:ext cx="556321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5222" y="2551176"/>
            <a:ext cx="541690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最大化正確走法的機率，讓模型學會局面到走法的對應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822960" y="2880360"/>
            <a:ext cx="1569110" cy="36576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2916936"/>
            <a:ext cx="142280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2392070" y="2880360"/>
            <a:ext cx="5563210" cy="36576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5222" y="2916936"/>
            <a:ext cx="541690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只預測 policy，不估計 value，勝負判斷交給搜尋與評估函數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8366760" y="1417320"/>
            <a:ext cx="2697480" cy="1828800"/>
          </a:xfrm>
          <a:prstGeom prst="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13064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D7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核心觀念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13064" y="1837944"/>
            <a:ext cx="2404872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模型不是直接「思考勝負」，而是學習在某個局面下哪些合法手較像人類或強棋譜會下的手。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資料來源與規模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最新資料集：4,855,173 筆 position-policy 對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2432304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618488"/>
            <a:ext cx="21396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棋局數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544" y="1929384"/>
            <a:ext cx="213969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42,534 games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02152" y="1508760"/>
            <a:ext cx="2432304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1618488"/>
            <a:ext cx="21396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訓練樣本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48456" y="1929384"/>
            <a:ext cx="213969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4,855,173 rows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27064" y="1508760"/>
            <a:ext cx="2432304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618488"/>
            <a:ext cx="21396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NPZ 檔案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3368" y="1929384"/>
            <a:ext cx="213969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332 MB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51976" y="1508760"/>
            <a:ext cx="2432304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618488"/>
            <a:ext cx="21396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無效列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98280" y="1929384"/>
            <a:ext cx="213969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invalid rows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34440" y="2880360"/>
            <a:ext cx="2611526" cy="38862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2916936"/>
            <a:ext cx="2465222" cy="315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845966" y="2880360"/>
            <a:ext cx="6715354" cy="388620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19118" y="2916936"/>
            <a:ext cx="6569050" cy="315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1234440" y="3268980"/>
            <a:ext cx="2611526" cy="3886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07592" y="3305556"/>
            <a:ext cx="2465222" cy="315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845966" y="3268980"/>
            <a:ext cx="6715354" cy="3886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19118" y="3305556"/>
            <a:ext cx="6569050" cy="315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MySQL 匯入後的 CSA/game/position/move 資料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1234440" y="3657600"/>
            <a:ext cx="2611526" cy="38862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07592" y="3694176"/>
            <a:ext cx="2465222" cy="315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輸出檔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3845966" y="3657600"/>
            <a:ext cx="6715354" cy="388620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9118" y="3694176"/>
            <a:ext cx="6569050" cy="315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policy_dataset.policy_only_latest.npz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1234440" y="4046220"/>
            <a:ext cx="2611526" cy="3886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4082796"/>
            <a:ext cx="2465222" cy="315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資料時間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3845966" y="4046220"/>
            <a:ext cx="6715354" cy="3886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19118" y="4082796"/>
            <a:ext cx="6569050" cy="3154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2026-06-16 匯出並開始訓練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資料前處理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MySQL 棋譜資料轉成可訓練的 NPZ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645920" cy="77724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MySQL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positions/moves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359152" y="19156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42032" y="1600200"/>
            <a:ext cx="1645920" cy="77724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CSA/game rows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169664" y="19156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2544" y="1600200"/>
            <a:ext cx="1645920" cy="77724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解析 SFEN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還原局面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80176" y="19156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600200"/>
            <a:ext cx="1645920" cy="77724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 features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 planes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90688" y="19156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3568" y="1600200"/>
            <a:ext cx="1645920" cy="777240"/>
          </a:xfrm>
          <a:prstGeom prst="rect">
            <a:avLst/>
          </a:prstGeom>
          <a:solidFill>
            <a:srgbClr val="FFF1B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9288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 labels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13,689 類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601200" y="19156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1600200"/>
            <a:ext cx="1645920" cy="777240"/>
          </a:xfrm>
          <a:prstGeom prst="rect">
            <a:avLst/>
          </a:prstGeom>
          <a:solidFill>
            <a:srgbClr val="E2E8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9800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NPZ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1417320" y="2907792"/>
            <a:ext cx="9235440" cy="10058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3026664"/>
            <a:ext cx="896112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export_policy_dataset.py \</a:t>
            </a:r>
            <a:endParaRPr lang="en-US" sz="8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--database DB11211213 \</a:t>
            </a:r>
            <a:endParaRPr lang="en-US" sz="8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 out/policy_dataset.policy_only_latest.npz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234440" y="4251960"/>
            <a:ext cx="9509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前處理負責把資料庫中可查詢、可保存的棋譜資料，轉成神經網路可直接吃的張量。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同時檢查局面與走法是否能對齊，避免模型學到錯誤標籤。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局面特徵編碼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 個 planes 保留棋盤、持駒與輪次資訊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1759306" cy="429768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53896"/>
            <a:ext cx="161300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Plane 範圍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582266" y="1417320"/>
            <a:ext cx="5007254" cy="429768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5418" y="1453896"/>
            <a:ext cx="486095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22960" y="1847088"/>
            <a:ext cx="1759306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883664"/>
            <a:ext cx="161300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0-13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582266" y="1847088"/>
            <a:ext cx="5007254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5418" y="1883664"/>
            <a:ext cx="486095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先手 14 種棋子在 9x9 棋盤上的位置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22960" y="2276856"/>
            <a:ext cx="1759306" cy="429768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313432"/>
            <a:ext cx="161300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14-27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2582266" y="2276856"/>
            <a:ext cx="5007254" cy="429768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5418" y="2313432"/>
            <a:ext cx="486095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後手 14 種棋子的位置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22960" y="2706624"/>
            <a:ext cx="1759306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743200"/>
            <a:ext cx="161300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28-41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2582266" y="2706624"/>
            <a:ext cx="5007254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5418" y="2743200"/>
            <a:ext cx="486095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持駒資訊，表示手中可打入的棋子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822960" y="3136392"/>
            <a:ext cx="1759306" cy="429768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172968"/>
            <a:ext cx="161300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2582266" y="3136392"/>
            <a:ext cx="5007254" cy="429768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5418" y="3172968"/>
            <a:ext cx="486095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side-to-move，表示輪到哪一方行動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8001000" y="1417320"/>
            <a:ext cx="2971800" cy="1005840"/>
          </a:xfrm>
          <a:prstGeom prst="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47304" y="1527048"/>
            <a:ext cx="26791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為什麼用 planes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147304" y="1837944"/>
            <a:ext cx="267919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CNN 擅長讀取空間結構；把不同棋子拆成不同平面，可避免單一整數編碼造成大小關係誤導。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01000" y="2651760"/>
            <a:ext cx="2971800" cy="9144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7304" y="2761488"/>
            <a:ext cx="26791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D7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為什麼不用文字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47304" y="3072384"/>
            <a:ext cx="2679192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棋盤文字適合儲存與查詢，但訓練時需要固定大小、可批次運算的數值張量。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走法標籤與 Rule Mask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13,689 類候選動作，合法性由規則過濾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340608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27048"/>
            <a:ext cx="304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 logits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544" y="1837944"/>
            <a:ext cx="3048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13,122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0456" y="1417320"/>
            <a:ext cx="3340608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6760" y="1527048"/>
            <a:ext cx="304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drop / promotion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56760" y="1837944"/>
            <a:ext cx="3048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567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3672" y="1417320"/>
            <a:ext cx="3340608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9976" y="1527048"/>
            <a:ext cx="304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label space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89976" y="1837944"/>
            <a:ext cx="3048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13,689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0" y="3063240"/>
            <a:ext cx="2002536" cy="68580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3108960"/>
            <a:ext cx="19110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 logits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813048" y="33329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95928" y="3063240"/>
            <a:ext cx="2002536" cy="68580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1648" y="3108960"/>
            <a:ext cx="19110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legal move rows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980176" y="33329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3063240"/>
            <a:ext cx="2002536" cy="685800"/>
          </a:xfrm>
          <a:prstGeom prst="rect">
            <a:avLst/>
          </a:prstGeom>
          <a:solidFill>
            <a:srgbClr val="FFF1B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3108960"/>
            <a:ext cx="19110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 Mask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147304" y="333298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0184" y="3063240"/>
            <a:ext cx="2002536" cy="685800"/>
          </a:xfrm>
          <a:prstGeom prst="rect">
            <a:avLst/>
          </a:prstGeom>
          <a:solidFill>
            <a:srgbClr val="E2E8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75904" y="3108960"/>
            <a:ext cx="19110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legal softmax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143000" y="4160520"/>
            <a:ext cx="98755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模型輸出完整動作空間的分數，Rule Mask 把當前局面不合法的手排除。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使用 Rule Mask 是因為將棋合法手受棋子走法、打入限制、升變與王手狀態影響，單靠 CNN 很難保證永遠合法。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Policy-only 模型架構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CNN 輸入 43x9x9，輸出走法機率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4846320" cy="269748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36192"/>
            <a:ext cx="4572000" cy="24780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features: [batch, 43, 9, 9]</a:t>
            </a:r>
            <a:endParaRPr lang="en-US" sz="8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Conv2d(43, C, 3, padding=1) + ReLU</a:t>
            </a:r>
            <a:endParaRPr lang="en-US" sz="8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 / Conv blocks</a:t>
            </a:r>
            <a:endParaRPr lang="en-US" sz="8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 / global features</a:t>
            </a:r>
            <a:endParaRPr lang="en-US" sz="8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Linear(..., 13689)</a:t>
            </a:r>
            <a:endParaRPr lang="en-US" sz="8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 over legal moves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2423160" cy="1005840"/>
          </a:xfrm>
          <a:prstGeom prst="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18504" y="1527048"/>
            <a:ext cx="21305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Policy-only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18504" y="1837944"/>
            <a:ext cx="213055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只學下一手分布，不輸出 value head。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0" y="1417320"/>
            <a:ext cx="2468880" cy="1005840"/>
          </a:xfrm>
          <a:prstGeom prst="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15984" y="1527048"/>
            <a:ext cx="21762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移除 value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15984" y="1837944"/>
            <a:ext cx="217627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資料主要來自走法監督，局面勝率標籤不足；保留 value 會讓訓練目標混雜。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2697480"/>
            <a:ext cx="5166360" cy="1051560"/>
          </a:xfrm>
          <a:prstGeom prst="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2807208"/>
            <a:ext cx="48737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D7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輸出意義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18504" y="3118104"/>
            <a:ext cx="487375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logit 是某個候選走法的偏好分數；經過合法手遮罩與 softmax 後，形成可排序的走法候選。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捲積與激活函數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卷積抓局部棋形，ReLU 保留非線性判斷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5029200" cy="105156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36192"/>
            <a:ext cx="4754880" cy="832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out[c, r, f] = Σ input[p, r+i, f+j] * kernel[c,p,i,j]</a:t>
            </a:r>
            <a:endParaRPr lang="en-US" sz="82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ReLU(x) = max(0, x)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2331720" cy="1024128"/>
          </a:xfrm>
          <a:prstGeom prst="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1527048"/>
            <a:ext cx="20391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為何使用卷積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64224" y="1837944"/>
            <a:ext cx="20391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棋子攻防、鄰近威脅、成區附近的型態都具有局部空間關係。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23960" y="1417320"/>
            <a:ext cx="2423160" cy="1024128"/>
          </a:xfrm>
          <a:prstGeom prst="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70264" y="1527048"/>
            <a:ext cx="21305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為何使用 ReLU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70264" y="1837944"/>
            <a:ext cx="21305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計算簡單、梯度穩定，可避免多層網路只剩線性組合。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2880360"/>
            <a:ext cx="10149840" cy="1097280"/>
          </a:xfrm>
          <a:prstGeom prst="rect">
            <a:avLst>
              <a:gd name="adj" fmla="val 2500"/>
            </a:avLst>
          </a:prstGeom>
          <a:solidFill>
            <a:srgbClr val="FFF1B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2990088"/>
            <a:ext cx="98572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為何搭配規則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52144" y="3300984"/>
            <a:ext cx="9857232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卷積能學到「像好棋」的模式，但不能形式化保證二步、打步詰、王手逃避等規則；Rule Mask 補上棋理合法性。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訓練方法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CrossEntropy、AdamW、Cosine Scheduler 與 game-level split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2423160" cy="9601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27048"/>
            <a:ext cx="21305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CrossEntropy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544" y="1837944"/>
            <a:ext cx="213055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把正解走法視為類別標籤，最小化 -log P(correct move)。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56432" y="1417320"/>
            <a:ext cx="2423160" cy="9601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1527048"/>
            <a:ext cx="21305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AdamW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02736" y="1837944"/>
            <a:ext cx="213055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自適應學習率並分離 weight decay，讓大模型訓練較穩。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1417320"/>
            <a:ext cx="2423160" cy="9601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527048"/>
            <a:ext cx="21305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Cosine LR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91072" y="1837944"/>
            <a:ext cx="213055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逐步降低 learning rate，後期更細緻收斂。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23960" y="1417320"/>
            <a:ext cx="2423160" cy="9601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0264" y="1527048"/>
            <a:ext cx="213055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Game-level split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70264" y="1837944"/>
            <a:ext cx="213055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同一棋局不切到 train/valid 兩邊，避免資料洩漏。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25880" y="3017520"/>
            <a:ext cx="9601200" cy="9144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3136392"/>
            <a:ext cx="932688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cross_entropy(policy_logits[:, legal], target_label)</a:t>
            </a:r>
            <a:endParaRPr lang="en-US" sz="8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AdamW(model.parameters(), lr=..., weight_decay=...)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訓練結果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Top-1 41.10%，Top-5 65.24%，Best validation 74.49%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340608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27048"/>
            <a:ext cx="304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Top-1 accuracy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544" y="1837944"/>
            <a:ext cx="3048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41.10%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0456" y="1417320"/>
            <a:ext cx="3340608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6760" y="1527048"/>
            <a:ext cx="304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Top-5 accuracy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56760" y="1837944"/>
            <a:ext cx="3048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65.24%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3672" y="1417320"/>
            <a:ext cx="3340608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9976" y="1527048"/>
            <a:ext cx="304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Best validation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89976" y="1837944"/>
            <a:ext cx="3048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74.49%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25880" y="2788920"/>
            <a:ext cx="3280410" cy="283464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9032" y="2825496"/>
            <a:ext cx="313410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606290" y="2788920"/>
            <a:ext cx="6092190" cy="283464"/>
          </a:xfrm>
          <a:prstGeom prst="rect">
            <a:avLst/>
          </a:prstGeom>
          <a:solidFill>
            <a:srgbClr val="2563EB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9442" y="2825496"/>
            <a:ext cx="594588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1325880" y="3072384"/>
            <a:ext cx="328041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99032" y="3108960"/>
            <a:ext cx="313410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Train samples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606290" y="3072384"/>
            <a:ext cx="609219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9442" y="3108960"/>
            <a:ext cx="594588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3,884,238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1325880" y="3355848"/>
            <a:ext cx="3280410" cy="283464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99032" y="3392424"/>
            <a:ext cx="313410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Validation samples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4606290" y="3355848"/>
            <a:ext cx="6092190" cy="283464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9442" y="3392424"/>
            <a:ext cx="594588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485,293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1325880" y="3639312"/>
            <a:ext cx="328041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99032" y="3675888"/>
            <a:ext cx="313410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samples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4606290" y="3639312"/>
            <a:ext cx="6092190" cy="28346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79442" y="3675888"/>
            <a:ext cx="594588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485,642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1325880" y="3922776"/>
            <a:ext cx="3280410" cy="283464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99032" y="3959352"/>
            <a:ext cx="313410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Best epoch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606290" y="3922776"/>
            <a:ext cx="6092190" cy="283464"/>
          </a:xfrm>
          <a:prstGeom prst="rect">
            <a:avLst/>
          </a:prstGeom>
          <a:solidFill>
            <a:srgbClr val="F1F5F9"/>
          </a:solidFill>
          <a:ln w="762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79442" y="3959352"/>
            <a:ext cx="594588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1325880" y="4434840"/>
            <a:ext cx="9372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結果解讀：Top-1 代表直接猜中下一手；Top-5 更貼近搜尋使用情境，因為搜尋會從多個候選手中再評估。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Alpha-beta 搜尋概論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用剪枝減少 minimax 的展開量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2834640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527048"/>
            <a:ext cx="25420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Minimax / Negamax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14984" y="1837944"/>
            <a:ext cx="254203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假設雙方都選擇對自己最有利的走法。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77640" y="1417320"/>
            <a:ext cx="2834640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3944" y="1527048"/>
            <a:ext cx="25420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Alpha-beta pruning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23944" y="1837944"/>
            <a:ext cx="254203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當某分支不可能影響最終選擇，就停止深入。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86600" y="1417320"/>
            <a:ext cx="2834640" cy="868680"/>
          </a:xfrm>
          <a:prstGeom prst="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2904" y="1527048"/>
            <a:ext cx="25420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Quiescence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32904" y="1837944"/>
            <a:ext cx="254203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在吃子或王手等劇烈局面延伸，避免 horizon effect。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31720" y="3154680"/>
            <a:ext cx="7315200" cy="96012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3273552"/>
            <a:ext cx="7040880" cy="740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-alpha_beta(child, depth-1, -beta, -alpha)</a:t>
            </a:r>
            <a:endParaRPr lang="en-US" sz="8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beta: cutoff</a:t>
            </a:r>
            <a:endParaRPr lang="en-US" sz="85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 alpha: alpha = score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手工評估函數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在搜尋葉節點估計局面好壞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55778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材料分：王以外各棋子的價值，例如飛、角、金、銀、桂、香、步。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位置分：棋子靠近成區、王的安全、攻防效率可加入加權。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持駒分：將棋可打入，手中棋子本身就是戰術資源。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局限：手工規則可解釋，但難完整捕捉長期戰略與複雜手筋。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95160" y="1600200"/>
            <a:ext cx="3520440" cy="8229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1464" y="1709928"/>
            <a:ext cx="32278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rule-based 評分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41464" y="2020824"/>
            <a:ext cx="322783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eval(position) = material + piece-square + king safety + hand pieces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95160" y="2788920"/>
            <a:ext cx="3520440" cy="82296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1464" y="2898648"/>
            <a:ext cx="32278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D7F1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policy 的分工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41464" y="3209544"/>
            <a:ext cx="322783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 負責排序候選手，評估函數負責葉節點分數。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 Network 結合 Alpha-beta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policy 排序候選手，提高剪枝效率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661160" cy="77724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輸入局面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374392" y="21442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7272" y="1828800"/>
            <a:ext cx="1661160" cy="77724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2992" y="18745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產生合法手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200144" y="21442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3024" y="1828800"/>
            <a:ext cx="1661160" cy="777240"/>
          </a:xfrm>
          <a:prstGeom prst="rect">
            <a:avLst/>
          </a:prstGeom>
          <a:solidFill>
            <a:srgbClr val="FFF1B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8744" y="18745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 Top-k 排序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25896" y="21442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1828800"/>
            <a:ext cx="1661160" cy="777240"/>
          </a:xfrm>
          <a:prstGeom prst="rect">
            <a:avLst/>
          </a:prstGeom>
          <a:solidFill>
            <a:srgbClr val="D7F1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8745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Alpha-beta 展開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851648" y="21442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4528" y="1828800"/>
            <a:ext cx="1661160" cy="777240"/>
          </a:xfrm>
          <a:prstGeom prst="rect">
            <a:avLst/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80248" y="18745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手工評估葉節點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677400" y="2144268"/>
            <a:ext cx="201168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60280" y="1828800"/>
            <a:ext cx="1661160" cy="777240"/>
          </a:xfrm>
          <a:prstGeom prst="rect">
            <a:avLst/>
          </a:prstGeom>
          <a:solidFill>
            <a:srgbClr val="E2E8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0" y="1874520"/>
            <a:ext cx="1569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選擇最佳手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143000" y="3246120"/>
            <a:ext cx="9875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關鍵效果：好的 move ordering 會讓 alpha-beta 更早找到強候選手，因此更多差分支會被剪掉。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234440" y="3977640"/>
            <a:ext cx="9601200" cy="685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80744" y="4087368"/>
            <a:ext cx="9308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實作概念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80744" y="4398264"/>
            <a:ext cx="93085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 不直接取代搜尋，而是把搜尋資源集中在較有希望的走法上；最後仍由搜尋結果決定落子。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限制與改進方向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目前模型可用，但仍有資料、架構與搜尋上的提升空間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063240" cy="9601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27048"/>
            <a:ext cx="27706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資料偏差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544" y="1837944"/>
            <a:ext cx="27706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棋譜來源與棋力分布會影響模型學到的風格。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417320"/>
            <a:ext cx="3063240" cy="9601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6824" y="1527048"/>
            <a:ext cx="27706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模型深度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06824" y="1837944"/>
            <a:ext cx="27706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可加入更完整的 residual blocks、BatchNorm 或注意力特徵。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43800" y="1417320"/>
            <a:ext cx="3063240" cy="9601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0104" y="1527048"/>
            <a:ext cx="277063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Legal Move Mask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90104" y="1837944"/>
            <a:ext cx="27706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需要持續補齊特殊規則測試，降低邊界錯誤。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74520" y="2971800"/>
            <a:ext cx="8412480" cy="9601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0824" y="3081528"/>
            <a:ext cx="811987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E12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未來：Self-play / Value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20824" y="3392424"/>
            <a:ext cx="811987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若能產生可靠勝率標籤或 self-play 結果，再重新加入 value head 會更合理。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0312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621792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164592"/>
            <a:ext cx="502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80" dirty="0">
                <a:solidFill>
                  <a:srgbClr val="9AA6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shogiAI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資料、模型、規則與搜尋共同形成可運作的將棋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508760"/>
            <a:ext cx="859536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4,855,173 筆局面資料讓 supervised policy learning 具備規模。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43 個 feature planes 保留棋盤空間結構，適合 CNN 學習。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Policy-only 架構讓任務聚焦於走法預測，移除不穩定的 value 目標。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Rule Mask 保證合法性；Alpha-beta 與手工評估補上搜尋與勝負推理。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未來可朝更深模型、資料清理、自我對弈與更完整評估函數前進。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5880" y="4892040"/>
            <a:ext cx="9601200" cy="594360"/>
          </a:xfrm>
          <a:prstGeom prst="rect">
            <a:avLst>
              <a:gd name="adj" fmla="val 4615"/>
            </a:avLst>
          </a:prstGeom>
          <a:solidFill>
            <a:srgbClr val="BFE5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2184" y="5001768"/>
            <a:ext cx="9308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72184" y="5312664"/>
            <a:ext cx="930859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Policy Network 負責提出好候選手，Alpha-beta 負責在候選手中做更深的局面推理。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shogiAI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shogiAI report slides</dc:subject>
  <dc:creator>shogiAI</dc:creator>
  <cp:lastModifiedBy>shogiAI</cp:lastModifiedBy>
  <cp:revision>1</cp:revision>
  <dcterms:created xsi:type="dcterms:W3CDTF">2026-06-18T05:23:47Z</dcterms:created>
  <dcterms:modified xsi:type="dcterms:W3CDTF">2026-06-18T05:23:47Z</dcterms:modified>
</cp:coreProperties>
</file>